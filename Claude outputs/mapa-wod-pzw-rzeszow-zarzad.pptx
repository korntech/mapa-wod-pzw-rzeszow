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 spotkania: przedstawić rozwiązanie i uzyskać osobę do kontaktu po stronie Okręgu. Pokazujemy, co proponujemy, ile to kosztuje (prawie nic) i czego potrzebujemy, żeby to wdrożyć.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 działa od czerwca 2026. Dane pochodzą z oficjalnego wykazu na 2026 r. Twardy fakt policzony z danych: z 49 zbiorników 39 (80%) miało lokalizację przybliżoną — pinezka stała w środku miejscowości, nie na akwenie. 20.09.2026 dane przestrzenne zostały naniesione z BDOT10k (GUGiK) i 10 z tych zbiorników automat przeniósł na rzeczywiste akweny, bez udziału człowieka. Dwa kolejne poprawił ręcznie operator w panelu w czerwcu. Zostało 27 pozycji do zatwierdzenia i to jest zadanie dla panelu operatora: dla każdej system ma już przygotowaną listę kandydujących akwenów (kontur i powierzchnia z BDOT10k porównana z wykazem), operator tylko wybiera właściwy. Koszt utrzymania dziś: 0 zł (GitHub Pages, Supabase w darmowym progu, podkłady z Geoportalu GUGiK).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Warto podkreślić dwie rzeczy: dla wędkarza to głównie granice obwodów i zasady w terenie; dla Okręgu — koniec problemu nieaktualnych kopii wykazu i możliwość samodzielnej aktualizacji bez zlecania nikomu zmian.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Kluczowy komunikat dla zarządu: nie ma serwera do administrowania, nie ma abonamentu, a awaria któregokolwiek elementu nie gasi mapy — pokazuje ona ostatnią nocna kopię danych. Zapis danych mają tylko osoby wpisane na listę przez Okręg.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Technicznie: PWA — ta sama strona z trybem offline. Zero kosztów i zero obowiązków sklepowych. Jeśli Zarząd uzna, że obecność w sklepach jest ważna wizerunkowo, dojdzie etap 4 — ten sam kod w natywnej powłoce (Capacitor). Wtedy potrzebne są konta deweloperskie na Okręg jako podmiot prawny.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Jedyny wydatek, który realnie coś kupuje, to opłata Apple za obecność w App Store. Okręg jako stowarzyszenie może ubiegać się o zwolnienie z tej opłaty (Apple przewiduje je dla organizacji non-profit będących podmiotem prawnym). Płatna baza nie jest potrzebna: nocna kopia w GitHub pełni rolę backupu.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Projekt jest robiony społecznie, po godzinach. Rozbudowa techniczna mieści się do końca roku; przekazanie w I kwartale 2027 zakłada, że Okręg wskaże osobę do kontaktu w ciągu kilku tygodni od tego spotkania.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slajd na pytania prawne i o „co jeśli”. Odpowiedzialność za skutki błędu w danych proponujemy ustalić na piśmie, tak jak dla papierowego wykazu — mapa jest jego wizualizacją, a nie nowym źródłem prawa. Na pytanie o licencje: wszystkie dane przestrzenne pochodzą z zasobów państwowych (BDOT10k, PRG, geokodowanie UUG — GUGiK), które po nowelizacji Prawa geodezyjnego i kartograficznego z 2020 r. są bezpłatne i dostępne do ponownego wykorzystania; jedyny wymóg to podanie źródła. Nie ma żadnej klauzuli share-alike ani zobowiązań licencyjnych wobec podmiotów zewnętrznych. Treść merytoryczna (nazwy łowisk, powierzchnie, zasady, granice obwodów) pochodzi z Wykazu wód i jest własnością Okręgu — to Okręg decyduje o jej licencji. Kod pozostaje na 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Jedna rzecz jest potrzebna dziś: wskazanie osoby do kontaktu, która dostanie też konto operatora. Reszta może iść mailowo. Proponujemy zasadę milczącej zgody z terminem 14 dni, żeby nie blokować prac. Przy operatorach warto podeprzeć się liczbą: z 49 zbiorników 39 (80%) miało lokalizację przybliżoną — pinezkę w środku miejscowości. 10 z nich automat poprawił już sam na podstawie danych BDOT10k, 2 kolejne poprawił ręcznie operator w panelu, więc zostaje 27 pozycji do zatwierdzenia. Panel nie każe szukać akwenu na mapie: na podstawie poligonów wód z BDOT10k system proponuje 3–4 kandydujące akweny z konturem i powierzchnią porównaną z wykazem, a operator tylko wybiera właściwy — praca przy jednym zbiorniku skraca się z minut do sekund. Uczciwie: to nie jest pełna automatyzacja, część pozycji z wykazu to kompleksy kilku stawów i wymagają decyzji człowieka. Gdyby padło pytanie o licencje i umowy: dane są z zasobów państwowych (GUGiK), więc Okręg nie zaciąga żadnych zobowiązań licencyjnych wobec podmiotów zewnętrznych.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Największe realne ryzyko to nie technologia, lecz brak decyzji i brak operatorów po stronie Okręgu — dlatego prosimy o jedną osobę do kontaktu.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Zamknięcie: jedna osoba do kontaktu dziś, jej konto operatora i pierwsze poprawki do końca listopada, pokaz w styczniu. Dziękuję.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4846320" y="0"/>
            <a:ext cx="429768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97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wód Okręgu PZW w Rzeszowie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560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Propozycja rozwiązania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Spotkanie z Zarządem Okręgu · jesień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D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 Kornacki — projekt społeczny, kod otwarty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proponujemy — i ile to kosztuje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zbiorników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10312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stawy, wyrobiska, zbiorniki zaporowe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83080" y="11430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4520" y="1188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828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odcinków rzek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56232" y="210312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wody nizinne i kraina pstrąga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1430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1188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1828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 obwodów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82112" y="210312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punkty orientacyjne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11430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1188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zł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1828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rocznie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07992" y="210312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baza, podkłady GUGiK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69748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 danych: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oficjalny „Wykaz wód PZW Okręgu w Rzeszowie” na 2026 r.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Funkcje: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wyszukiwarka, filtry warstw, „Najbliżej mnie” z GPS, nawigacja do łowiska, zasady połowu w jednym kliknięciu.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operatora: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wyznaczone osoby z Okręgu poprawiają dane same, po zalogowaniu — bez programisty.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poprawy: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49 zbiorników 39 miało lokalizację przybliżoną; 10 poprawiono już automatycznie z danych GUGiK, 2 poprawił operator w panelu, 27 czeka na zatwierdzenie.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Wersja pokazowa: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korntech.github.io/mapa-wod-pzw-rzeszow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1005840"/>
            <a:ext cx="2011680" cy="3474720"/>
          </a:xfrm>
          <a:prstGeom prst="roundRect">
            <a:avLst>
              <a:gd name="adj" fmla="val 11364"/>
            </a:avLst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1243584"/>
            <a:ext cx="1792224" cy="30175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995160" y="1088136"/>
            <a:ext cx="640080" cy="91440"/>
          </a:xfrm>
          <a:prstGeom prst="roundRect">
            <a:avLst>
              <a:gd name="adj" fmla="val 50000"/>
            </a:avLst>
          </a:prstGeom>
          <a:solidFill>
            <a:srgbClr val="2E5566"/>
          </a:solidFill>
          <a:ln w="12700">
            <a:solidFill>
              <a:srgbClr val="2E556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26480" y="45079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ilustracja poglądowa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zyskuje wędkarz, co zyskuje Okręg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Wędkarz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Okręg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801368"/>
            <a:ext cx="420624" cy="420624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470" y="1902318"/>
            <a:ext cx="218724" cy="2187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Znajduje łowisko w 10 sekund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zamiast szukać w 20-stronicowym PDF-ie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2715768"/>
            <a:ext cx="420624" cy="420624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70" y="281671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Wie, gdzie jest granica obwodu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28016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jakie zasady obowiązują — stojąc nad wodą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" y="3630168"/>
            <a:ext cx="420624" cy="420624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0" y="373111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to w telefonie, także bez zasięgu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rozbudowie o tryb offline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983480" y="1801368"/>
            <a:ext cx="420624" cy="420624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430" y="1902318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aktualny wykaz dla wszystkich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 z nieaktualnymi kopiami i pytaniami „gdzie wolno”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983480" y="2715768"/>
            <a:ext cx="420624" cy="420624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430" y="2816718"/>
            <a:ext cx="218724" cy="21872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3212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Aktualizuje sam, bez programisty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553212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zmienia dane w panelu, zmiana widoczna od razu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983480" y="3630168"/>
            <a:ext cx="420624" cy="420624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430" y="3731118"/>
            <a:ext cx="218724" cy="2187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53212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Wizerunek nowoczesnego Okręgu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553212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narzędzie dla członków za 0 zł, otwarte na wkład wędkarzy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to działa — w trzech zdaniach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490472"/>
            <a:ext cx="548640" cy="54864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394" y="1622146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Okręgu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395728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loguje się i poprawia łowiska — na laptopie lub telefonie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80360" y="132588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1880" y="1490472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554" y="1622146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718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baza danych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990088" y="2395728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 prawdy dla mapy i telefonu; zapis tylko dla osób z listy Okręgu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303520" y="1097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20740" y="1207008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468" y="131673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94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 przeglądarce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413248" y="2029968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rzeszow.pzw.pl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303520" y="26517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20740" y="2761488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468" y="28712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94960" y="3291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13248" y="3584448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sama mapa jako aplikacja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178040" y="132588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58100" y="1490472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9774" y="1622146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69480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Kopia co noc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287768" y="2395728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automatyczna kopia danych; mapa działa nawet gdy baza ma awarię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2514600" y="2148840"/>
            <a:ext cx="320040" cy="274320"/>
          </a:xfrm>
          <a:prstGeom prst="rightArrow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937760" y="1664208"/>
            <a:ext cx="320040" cy="274320"/>
          </a:xfrm>
          <a:prstGeom prst="rightArrow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937760" y="3218688"/>
            <a:ext cx="320040" cy="274320"/>
          </a:xfrm>
          <a:prstGeom prst="rightArrow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12280" y="2148840"/>
            <a:ext cx="320040" cy="274320"/>
          </a:xfrm>
          <a:prstGeom prst="rightArrow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Wszystko bez własnego serwera: strona i kod w GitHub (organizacja Okręgu), baza w Supabase w darmowym progu, podkłady i dane przestrzenne wyłącznie z zasobów państwowych (GUGiK). Nic nie wymaga comiesięcznej obsługi — a jeśli coś przestanie działać, mapa pokazuje ostatnią kopię danych.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Telefon: aplikacja ze strony, bez sklepu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4575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Instalacja w 2 dotknięciach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„Udostępnij → Do ekranu początkowego”. Ikona i pełny ekran jak zwykła aplikacja, na iPhonie i Androidzie.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325880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394" y="14575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nad wodą bez zasięgu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łowisk, granice i zasady zapisane w telefonie; podkład mapy dla wybranej okolicy do pobrania wcześniej.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35040" y="1143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325880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14" y="14575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poprawia sam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Loguje się i ustawia pinezkę na właściwym akwenie — bez programisty. System podpowiada kandydujące akweny z bazy GUGiK; 10 lokalizacji dopasowano automatycznie. Wędkarz może zgłosić błąd formularzem.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6849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73075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i Google Play — opcja na później. </a:t>
            </a:r>
            <a:pPr indent="0" marL="0">
              <a:buNone/>
            </a:pPr>
            <a:r>
              <a:rPr lang="en-US" sz="11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kod da się opakować i wydać w sklepach; wymaga to konta Okręgu (Apple ok. 380 zł/rok, zwolnienie dla organizacji non-profit możliwe) i corocznej obsługi. Decyzja po pokazie wersji na telefon.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Koszty roczne dla Okręgu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 zł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 rekomendowany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strona, baza, podkłady i aplikacja na telefon za 0 zł; do 100 zł tylko przy osobnej domenie (subdomena rzeszow.pzw.pl = 0 zł)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07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ok. 400–500 zł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sklepami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3774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obok + Apple Developer ok. 380 zł/rok (0 zł przy zwolnieniu non-profit) i Google Play ok. 95 zł jednorazowo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ok. 1 600 zł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płatną bazą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3774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obok + Supabase Pro (ok. 1 140 zł/rok): codzienne kopie u dostawcy i wsparcie. Zbędne — kopia w GitHub robi to samo za darmo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Harmonogram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7498080" cy="0"/>
          </a:xfrm>
          <a:prstGeom prst="line">
            <a:avLst/>
          </a:prstGeom>
          <a:noFill/>
          <a:ln w="50800">
            <a:solidFill>
              <a:srgbClr val="D7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554480"/>
            <a:ext cx="365760" cy="365760"/>
          </a:xfrm>
          <a:prstGeom prst="ellipse">
            <a:avLst/>
          </a:prstGeom>
          <a:solidFill>
            <a:srgbClr val="2A7F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paź–gru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Rozbudowa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Porządki techniczne, automatyczne kopie, wersja na telefon z trybem offline, panel dopasowany do telefonu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365760" cy="365760"/>
          </a:xfrm>
          <a:prstGeom prst="ellipse">
            <a:avLst/>
          </a:prstGeom>
          <a:solidFill>
            <a:srgbClr val="2A7F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 2027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14884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 i szkolenie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 wersji na telefon Zarządowi; szkolenie osoby kontaktowej (1 h); wprowadzenie wykazu na 2027 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40680" y="1554480"/>
            <a:ext cx="365760" cy="365760"/>
          </a:xfrm>
          <a:prstGeom prst="ellipse">
            <a:avLst/>
          </a:prstGeom>
          <a:solidFill>
            <a:srgbClr val="0F3A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kw. 2027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Przekazanie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 i repozytorium na Okręg, subdomena, link ze strony rzeszow.pzw.pl, instrukcja, test przejęcia przez drugą osobę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43800" y="1554480"/>
            <a:ext cx="365760" cy="365760"/>
          </a:xfrm>
          <a:prstGeom prst="ellipse">
            <a:avLst/>
          </a:prstGeom>
          <a:solidFill>
            <a:srgbClr val="5F6F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kw. 2027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214884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Sklepy (opcja)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jeśli Zarząd tak zdecyduje: wydanie w App Store i Google Play na kontach Okręgu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Etapy 0–1 nie wymagają decyzji ani wydatków Okręgu i już się zaczynają. Tempo etapów 2–3 zależy głównie od szybkości ustaleń po stronie Okręgu.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Odpowiedzialność, dane osobowe, ciągłość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527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124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ma charakter poglądowy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3990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Wiążące pozostają zezwolenie i oficjalny wykaz. Treść zastrzeżenia do akceptacji przez Okręg; lokalizacje przybliżone są wyraźnie oznaczone.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856232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37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RODO: aplikacja nie zbiera danych wędkarzy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211226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 liczona wyłącznie w telefonie i nigdzie nie wysyłana. Jedyne konta to operatorzy (e-mail służbowy).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569464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7919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5511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konta należą do Okręgu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282549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Repozytorium, baza i domena w organizacjach Okręgu; autor jako współadministrator, nie właściciel.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82696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924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2644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wyłącznie z polskich źródeł państwowych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097280" y="35387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Geometrie rzek i zbiorników z BDOT10k (GUGiK) — przebiegi 25 odcinków rzek pochodzą już z BDOT10k; geokodowanie z usługi UUG, podkłady z Geoportalu. Dane PZGiK są bezpłatne i do ponownego wykorzystania; jedyny wymóg to podanie źródła.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995928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05656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7280" y="3977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otwarty (MIT); coroczna aktualizacja wykazu bez programisty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097280" y="42519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Dokumentacja w repozytorium — druga osoba stawia środowisko od zera w jeden wieczór. Operator wprowadza zmiany w panelu; kopie i kontrola działania strony przypominają o sobie same.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Czego potrzebujemy od Okręgu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Decyzja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Propozycja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Osoba do kontaktu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Jedna osoba z Zarządu lub biura: ustalenia mailowe i konto operatora do edycji danych (szkolenie 1 h). Do zatwierdzenia 27 lokalizacji zbiorników — system podpowiada kandydatów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 mapy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Subdomena mapa.rzeszow.pzw.pl — jeden wpis u administratora domeny, koszt 0 zł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kw.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Własność kont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Organizacje GitHub i Supabase na e-mail Okręgu; autor jako współadministrator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kw.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Sklepy z aplikacjami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Decyzja po pokazie wersji na telefon; jeśli tak — wniosek o zwolnienie Apple dla organizacji non-profit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styczeń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Propozycja: brak sprzeciwu w ciągu 14 dni od spotkania oznacza zgodę na wariant domyślny — dzięki temu projekt nie czeka na kolejne posiedzenie.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Ryzyka i jak je ograniczamy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07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Błąd w danych wprowadzi wędkarza w błąd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562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Zastrzeżenie w aplikacji, oznaczenie lokalizacji przybliżonych, weryfikacja zmian z wykazem przez operatora, formularz zgłaszania błędów.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1430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4356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307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Dostawca darmowej usługi zmieni warunki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8562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i dane są otwarte i przenośne; nocna kopia w GitHub; przeniesienie bazy do innego dostawcy to godziny, nie tygodnie. Dane przestrzenne pochodzą z zasobów państwowych, więc nie zależą od żadnego dostawcy komercyjnego.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729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przestanie rozwijać projekt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5935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Wszystko w repozytorium Okręgu z instrukcją od zera; test przejęcia przez drugą osobę jest warunkiem zakończenia przekazania.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09160" y="288036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063240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17296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Wędkarze nie znajdą mapy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5935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na stronie Okręgu, subdomena pzw.pl, informacja przy wydawaniu zezwoleń i w komunikatach Okręgu.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4846320" y="0"/>
            <a:ext cx="429768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731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Czego potrzebujemy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Akceptacji rozwiązania i wskazania jednej osoby do kontaktu po stronie Okręgu.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rgbClr val="E0A93A"/>
          </a:solidFill>
          <a:ln w="12700">
            <a:solidFill>
              <a:srgbClr val="E0A9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423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 — </a:t>
            </a:r>
            <a:pPr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osoba do kontaktu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E0A93A"/>
          </a:solidFill>
          <a:ln w="12700">
            <a:solidFill>
              <a:srgbClr val="E0A9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końca listopada — </a:t>
            </a:r>
            <a:pPr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 operatora i pierwsze poprawki lokalizacji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rgbClr val="E0A93A"/>
          </a:solidFill>
          <a:ln w="12700">
            <a:solidFill>
              <a:srgbClr val="E0A9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703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Styczeń 2027 — </a:t>
            </a:r>
            <a:pPr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 na telefon, szkolenie, wykaz 2027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 Kornacki · kamilkornacki@icloud.com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korntech.github.io/mapa-wod-pzw-rzeszow · kod: github.com/korntech/mapa-wod-pzw-rzeszow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wód Okręgu PZW w Rzeszowie — propozycja rozwiązania</dc:title>
  <dc:subject>PptxGenJS Presentation</dc:subject>
  <dc:creator>Kamil Kornacki</dc:creator>
  <cp:lastModifiedBy>Kamil Kornacki</cp:lastModifiedBy>
  <cp:revision>1</cp:revision>
  <dcterms:created xsi:type="dcterms:W3CDTF">2026-09-21T14:13:46Z</dcterms:created>
  <dcterms:modified xsi:type="dcterms:W3CDTF">2026-09-21T14:13:46Z</dcterms:modified>
</cp:coreProperties>
</file>